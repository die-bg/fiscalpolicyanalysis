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4"/>
  </p:notesMasterIdLst>
  <p:sldIdLst>
    <p:sldId id="268" r:id="rId2"/>
    <p:sldId id="287" r:id="rId3"/>
    <p:sldId id="284" r:id="rId4"/>
    <p:sldId id="280" r:id="rId5"/>
    <p:sldId id="278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8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89" r:id="rId28"/>
    <p:sldId id="279" r:id="rId29"/>
    <p:sldId id="290" r:id="rId30"/>
    <p:sldId id="281" r:id="rId31"/>
    <p:sldId id="282" r:id="rId32"/>
    <p:sldId id="283" r:id="rId33"/>
    <p:sldId id="291" r:id="rId34"/>
    <p:sldId id="292" r:id="rId35"/>
    <p:sldId id="286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343" r:id="rId87"/>
    <p:sldId id="344" r:id="rId88"/>
    <p:sldId id="345" r:id="rId89"/>
    <p:sldId id="346" r:id="rId90"/>
    <p:sldId id="285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69" r:id="rId114"/>
    <p:sldId id="370" r:id="rId115"/>
    <p:sldId id="371" r:id="rId116"/>
    <p:sldId id="372" r:id="rId117"/>
    <p:sldId id="373" r:id="rId118"/>
    <p:sldId id="374" r:id="rId119"/>
    <p:sldId id="375" r:id="rId120"/>
    <p:sldId id="376" r:id="rId121"/>
    <p:sldId id="377" r:id="rId122"/>
    <p:sldId id="378" r:id="rId123"/>
    <p:sldId id="379" r:id="rId124"/>
    <p:sldId id="380" r:id="rId125"/>
    <p:sldId id="381" r:id="rId126"/>
    <p:sldId id="382" r:id="rId127"/>
    <p:sldId id="383" r:id="rId128"/>
    <p:sldId id="384" r:id="rId129"/>
    <p:sldId id="385" r:id="rId130"/>
    <p:sldId id="386" r:id="rId131"/>
    <p:sldId id="387" r:id="rId132"/>
    <p:sldId id="388" r:id="rId133"/>
    <p:sldId id="389" r:id="rId134"/>
    <p:sldId id="390" r:id="rId135"/>
    <p:sldId id="391" r:id="rId136"/>
    <p:sldId id="392" r:id="rId137"/>
    <p:sldId id="393" r:id="rId138"/>
    <p:sldId id="394" r:id="rId139"/>
    <p:sldId id="395" r:id="rId140"/>
    <p:sldId id="396" r:id="rId141"/>
    <p:sldId id="397" r:id="rId142"/>
    <p:sldId id="398" r:id="rId143"/>
    <p:sldId id="399" r:id="rId144"/>
    <p:sldId id="400" r:id="rId145"/>
    <p:sldId id="401" r:id="rId146"/>
    <p:sldId id="402" r:id="rId147"/>
    <p:sldId id="403" r:id="rId148"/>
    <p:sldId id="404" r:id="rId149"/>
    <p:sldId id="405" r:id="rId150"/>
    <p:sldId id="406" r:id="rId151"/>
    <p:sldId id="407" r:id="rId152"/>
    <p:sldId id="408" r:id="rId153"/>
    <p:sldId id="409" r:id="rId154"/>
    <p:sldId id="410" r:id="rId155"/>
    <p:sldId id="411" r:id="rId156"/>
    <p:sldId id="412" r:id="rId157"/>
    <p:sldId id="413" r:id="rId158"/>
    <p:sldId id="414" r:id="rId159"/>
    <p:sldId id="415" r:id="rId160"/>
    <p:sldId id="416" r:id="rId161"/>
    <p:sldId id="417" r:id="rId162"/>
    <p:sldId id="418" r:id="rId163"/>
    <p:sldId id="419" r:id="rId164"/>
    <p:sldId id="420" r:id="rId165"/>
    <p:sldId id="421" r:id="rId166"/>
    <p:sldId id="422" r:id="rId167"/>
    <p:sldId id="423" r:id="rId168"/>
    <p:sldId id="424" r:id="rId169"/>
    <p:sldId id="425" r:id="rId170"/>
    <p:sldId id="426" r:id="rId171"/>
    <p:sldId id="427" r:id="rId172"/>
    <p:sldId id="428" r:id="rId173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39B7FD7A-BEFB-4A1A-96CB-E9A2678AB4EF}">
          <p14:sldIdLst>
            <p14:sldId id="268"/>
            <p14:sldId id="287"/>
            <p14:sldId id="284"/>
            <p14:sldId id="280"/>
          </p14:sldIdLst>
        </p14:section>
        <p14:section name="Base" id="{D94E7C9E-8783-4C12-8FE7-5BC1A510AEB2}">
          <p14:sldIdLst>
            <p14:sldId id="278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8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89"/>
            <p14:sldId id="279"/>
            <p14:sldId id="290"/>
            <p14:sldId id="281"/>
            <p14:sldId id="282"/>
            <p14:sldId id="283"/>
            <p14:sldId id="291"/>
            <p14:sldId id="292"/>
            <p14:sldId id="286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</p14:sldIdLst>
        </p14:section>
        <p14:section name="Moderado" id="{3FB4A5D4-2D77-4F58-ADA9-0B73E043AF1A}">
          <p14:sldIdLst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285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</p14:sldIdLst>
        </p14:section>
        <p14:section name="Optimista" id="{5A94DF16-8413-4025-9B98-66B6C1C8CEB0}">
          <p14:sldIdLst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  <p14:sldId id="423"/>
            <p14:sldId id="424"/>
            <p14:sldId id="425"/>
            <p14:sldId id="426"/>
            <p14:sldId id="427"/>
            <p14:sldId id="42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57F"/>
    <a:srgbClr val="FFFFFF"/>
    <a:srgbClr val="C24006"/>
    <a:srgbClr val="0077DA"/>
    <a:srgbClr val="EBF6FF"/>
    <a:srgbClr val="FBFDFF"/>
    <a:srgbClr val="F7F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0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theme" Target="theme/theme1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presProps" Target="pres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viewProps" Target="viewProp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GT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DCCCFF-D9F4-4A36-BDD6-92712EFED9A0}" type="datetimeFigureOut">
              <a:rPr lang="es-GT" smtClean="0"/>
              <a:t>3/08/2026</a:t>
            </a:fld>
            <a:endParaRPr lang="es-GT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GT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GT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0715FF-9FEB-4C81-B95B-03B8B2F8FA06}" type="slidenum">
              <a:rPr lang="es-GT" smtClean="0"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617050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FC18BA-EC45-4071-BD06-2069FA6154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3382" y="1122363"/>
            <a:ext cx="6354618" cy="2387600"/>
          </a:xfrm>
        </p:spPr>
        <p:txBody>
          <a:bodyPr anchor="b">
            <a:normAutofit/>
          </a:bodyPr>
          <a:lstStyle>
            <a:lvl1pPr algn="ctr">
              <a:defRPr sz="2800" b="1">
                <a:solidFill>
                  <a:schemeClr val="bg1"/>
                </a:solidFill>
                <a:latin typeface="Libre Franklin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G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81F1AF0-F80E-4E76-B287-5AEA87171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3380" y="3602038"/>
            <a:ext cx="6354619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GT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ED055A-5CD6-454A-AAE5-92213DBA5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E680C-918C-48CC-B546-F7B2C17ED6E2}" type="datetime1">
              <a:rPr lang="es-GT" smtClean="0"/>
              <a:t>3/08/2026</a:t>
            </a:fld>
            <a:endParaRPr lang="es-GT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BB336-DBE8-4259-AEF4-02E906475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511805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FA17B0-DA76-4342-8D56-9950FF9C38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400" b="1">
                <a:solidFill>
                  <a:srgbClr val="00457F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1496EE-BA33-4E79-920F-0DBBF6919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81A0D0-3FED-4A2D-AAC8-CC9240CBB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95C92-ADB5-4167-BB80-EDA841336DF4}" type="datetime1">
              <a:rPr lang="es-GT" smtClean="0"/>
              <a:t>3/08/2026</a:t>
            </a:fld>
            <a:endParaRPr lang="es-GT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57D565-EA18-4979-87E7-53F92A9E7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03F3F926-B36E-4B26-8BF5-7105B95E9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1" y="6086764"/>
            <a:ext cx="838200" cy="771236"/>
          </a:xfrm>
        </p:spPr>
        <p:txBody>
          <a:bodyPr/>
          <a:lstStyle>
            <a:lvl1pPr>
              <a:defRPr sz="2800" b="1">
                <a:solidFill>
                  <a:srgbClr val="00457F"/>
                </a:solidFill>
                <a:latin typeface="+mj-lt"/>
              </a:defRPr>
            </a:lvl1pPr>
          </a:lstStyle>
          <a:p>
            <a:fld id="{2DD1AF16-C9BB-4ECC-8D85-F1550267F355}" type="slidenum">
              <a:rPr lang="es-GT" smtClean="0"/>
              <a:pPr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489251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017809-35A2-4AD1-AEC3-23DB9176AC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GT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D86620-9DB3-4D5D-B063-8DDEA9DEF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189072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0499E1-8891-46E0-B2C9-152297196A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400" b="1">
                <a:solidFill>
                  <a:srgbClr val="00457F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ACF482-2947-49F4-A17C-3AEE4D0FA3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AF8339-90DE-403C-AA85-16973C5C0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4F3B7A-247A-48CD-AC20-76FC0A77F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42838-774C-416C-B759-B14615B51330}" type="datetime1">
              <a:rPr lang="es-GT" smtClean="0"/>
              <a:t>3/08/2026</a:t>
            </a:fld>
            <a:endParaRPr lang="es-GT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E663ED-EC26-4150-8E10-A10017BA6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6025DD45-EA0C-407D-9D11-324873BE5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1" y="6086764"/>
            <a:ext cx="838200" cy="771236"/>
          </a:xfrm>
        </p:spPr>
        <p:txBody>
          <a:bodyPr/>
          <a:lstStyle>
            <a:lvl1pPr>
              <a:defRPr sz="2800">
                <a:solidFill>
                  <a:srgbClr val="00457F"/>
                </a:solidFill>
                <a:latin typeface="+mj-lt"/>
              </a:defRPr>
            </a:lvl1pPr>
          </a:lstStyle>
          <a:p>
            <a:fld id="{2DD1AF16-C9BB-4ECC-8D85-F1550267F355}" type="slidenum">
              <a:rPr lang="es-GT" smtClean="0"/>
              <a:pPr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4036703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35567A-561F-4793-8509-B08FAD492E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400" b="1">
                <a:solidFill>
                  <a:srgbClr val="00457F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GT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8C78C10-BDA2-42CD-A03C-78DE6412A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42473-8BD4-49E8-8326-4E3083607660}" type="datetime1">
              <a:rPr lang="es-GT" smtClean="0"/>
              <a:t>3/08/2026</a:t>
            </a:fld>
            <a:endParaRPr lang="es-GT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C8FAFA5-9E70-4E7F-BED5-B038D9112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5683CB-7556-436F-B1B5-E9BE3C0FA3A3}"/>
              </a:ext>
            </a:extLst>
          </p:cNvPr>
          <p:cNvSpPr txBox="1">
            <a:spLocks/>
          </p:cNvSpPr>
          <p:nvPr userDrawn="1"/>
        </p:nvSpPr>
        <p:spPr>
          <a:xfrm>
            <a:off x="11353801" y="6086764"/>
            <a:ext cx="838200" cy="7712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GT"/>
            </a:defPPr>
            <a:lvl1pPr marL="0" algn="r" defTabSz="914400" rtl="0" eaLnBrk="1" latinLnBrk="0" hangingPunct="1">
              <a:defRPr sz="2800" kern="1200">
                <a:solidFill>
                  <a:srgbClr val="00457F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DD1AF16-C9BB-4ECC-8D85-F1550267F355}" type="slidenum">
              <a:rPr lang="es-GT" smtClean="0"/>
              <a:pPr/>
              <a:t>‹Nº›</a:t>
            </a:fld>
            <a:endParaRPr lang="es-GT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F2F6B7A7-EA37-482D-960D-1E369C941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434" y="6068292"/>
            <a:ext cx="803564" cy="789708"/>
          </a:xfr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fld id="{2DD1AF16-C9BB-4ECC-8D85-F1550267F355}" type="slidenum">
              <a:rPr lang="es-GT" smtClean="0"/>
              <a:pPr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342485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7F57FFB-539C-4AF2-A3DD-D33311FE8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A8C78-1D52-410F-B82F-3D1612FB0D62}" type="datetime1">
              <a:rPr lang="es-GT" smtClean="0"/>
              <a:t>3/08/2026</a:t>
            </a:fld>
            <a:endParaRPr lang="es-GT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EFEC03E-CE25-485E-AEDA-3276D5197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34A354B5-693F-47AF-872D-99118E573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434" y="6068292"/>
            <a:ext cx="803564" cy="789708"/>
          </a:xfr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+mj-lt"/>
              </a:defRPr>
            </a:lvl1pPr>
          </a:lstStyle>
          <a:p>
            <a:fld id="{2DD1AF16-C9BB-4ECC-8D85-F1550267F355}" type="slidenum">
              <a:rPr lang="es-GT" smtClean="0"/>
              <a:pPr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88641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3DB5AB-7308-4200-AFDE-29940A8118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400" b="1">
                <a:solidFill>
                  <a:srgbClr val="00457F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GT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C89800-6011-4D28-BCAE-1AD7D5963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A45710-1BE2-4A84-8261-58C197C23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CA4A150-D102-4F6D-B195-A31A06311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25F3F-D87B-46B3-BEE9-6BE38B7CBA21}" type="datetime1">
              <a:rPr lang="es-GT" smtClean="0"/>
              <a:t>3/08/2026</a:t>
            </a:fld>
            <a:endParaRPr lang="es-GT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B9C2B7-3220-4FCE-8FD3-FA955EBB6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GT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ACCFC7-0481-4761-A6AB-66B282E1B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AF16-C9BB-4ECC-8D85-F1550267F355}" type="slidenum">
              <a:rPr lang="es-GT" smtClean="0"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203153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5048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FDFF341-FBA4-439B-9D88-63293004D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GT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E7D3518-95BB-4FF3-9705-B5F55A4CC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CB49FC-7C40-451A-A77F-27388F45C1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D7216-F8F5-42AB-9B39-4D0039E86A01}" type="datetime1">
              <a:rPr lang="es-GT" smtClean="0"/>
              <a:t>3/08/2026</a:t>
            </a:fld>
            <a:endParaRPr lang="es-GT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FEB1C2-E896-4FB0-9D76-CFE8CB7F6C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GT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75B224-72C0-4415-B94C-59DBDD4B1E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1AF16-C9BB-4ECC-8D85-F1550267F355}" type="slidenum">
              <a:rPr lang="es-GT" smtClean="0"/>
              <a:t>‹Nº›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00754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G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5" Type="http://schemas.openxmlformats.org/officeDocument/2006/relationships/slide" Target="slide117.xml"/><Relationship Id="rId4" Type="http://schemas.openxmlformats.org/officeDocument/2006/relationships/slide" Target="slide6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6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6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6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6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6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6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6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6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6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6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6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6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6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6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6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6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6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6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6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6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6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6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6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6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6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6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6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6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6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6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6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6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6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6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6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6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6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6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6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6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6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6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6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6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6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6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6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6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6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6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6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6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6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0B60F34-1F7A-4EF3-8F6D-987DD68881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3381" y="1122363"/>
            <a:ext cx="6641605" cy="2387600"/>
          </a:xfrm>
        </p:spPr>
        <p:txBody>
          <a:bodyPr/>
          <a:lstStyle/>
          <a:p>
            <a:r>
              <a:rPr lang="es-ES" dirty="0"/>
              <a:t>Ejercicios de pronósticos</a:t>
            </a:r>
            <a:br>
              <a:rPr lang="es-ES" dirty="0"/>
            </a:br>
            <a:r>
              <a:rPr lang="es-ES" dirty="0"/>
              <a:t>MPM versión 1.5 (residuos)</a:t>
            </a:r>
            <a:endParaRPr lang="es-GT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ABFD3C15-762A-4D88-9B9E-0057B17D5A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Agosto 2026</a:t>
            </a:r>
            <a:endParaRPr lang="es-GT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726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808209D-AB7B-4FAB-AC66-04F63883F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AF16-C9BB-4ECC-8D85-F1550267F355}" type="slidenum">
              <a:rPr lang="es-GT" smtClean="0"/>
              <a:pPr/>
              <a:t>2</a:t>
            </a:fld>
            <a:endParaRPr lang="es-GT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006FFC6-6066-4366-90F9-B522E692FE58}"/>
              </a:ext>
            </a:extLst>
          </p:cNvPr>
          <p:cNvSpPr txBox="1">
            <a:spLocks/>
          </p:cNvSpPr>
          <p:nvPr/>
        </p:nvSpPr>
        <p:spPr>
          <a:xfrm>
            <a:off x="1295400" y="523332"/>
            <a:ext cx="7118838" cy="6899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457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dirty="0"/>
              <a:t>Contenido</a:t>
            </a:r>
            <a:endParaRPr lang="es-GT" sz="3200" dirty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866FC081-4502-4BD0-99C7-1A1E4C1A92D9}"/>
              </a:ext>
            </a:extLst>
          </p:cNvPr>
          <p:cNvSpPr txBox="1">
            <a:spLocks/>
          </p:cNvSpPr>
          <p:nvPr/>
        </p:nvSpPr>
        <p:spPr>
          <a:xfrm>
            <a:off x="1898876" y="1213284"/>
            <a:ext cx="8394248" cy="327558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200000"/>
              </a:lnSpc>
            </a:pPr>
            <a:r>
              <a:rPr lang="es-MX" sz="2400" b="1" dirty="0">
                <a:solidFill>
                  <a:srgbClr val="00457F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Introducción</a:t>
            </a:r>
            <a:r>
              <a:rPr lang="es-MX" sz="2400" b="1" dirty="0">
                <a:solidFill>
                  <a:srgbClr val="00457F"/>
                </a:solidFill>
              </a:rPr>
              <a:t> </a:t>
            </a:r>
            <a:r>
              <a:rPr lang="es-MX" sz="2400" dirty="0">
                <a:solidFill>
                  <a:srgbClr val="00457F"/>
                </a:solidFill>
              </a:rPr>
              <a:t>………………………………………………… 3</a:t>
            </a:r>
          </a:p>
          <a:p>
            <a:pPr algn="just">
              <a:lnSpc>
                <a:spcPct val="200000"/>
              </a:lnSpc>
            </a:pPr>
            <a:r>
              <a:rPr lang="es-MX" sz="2400" b="1" dirty="0">
                <a:solidFill>
                  <a:srgbClr val="00457F"/>
                </a:solidFill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Escenario base </a:t>
            </a:r>
            <a:r>
              <a:rPr lang="es-MX" sz="2400" dirty="0">
                <a:solidFill>
                  <a:srgbClr val="00457F"/>
                </a:solidFill>
              </a:rPr>
              <a:t>………………………………………......... 5</a:t>
            </a:r>
          </a:p>
          <a:p>
            <a:pPr algn="just">
              <a:lnSpc>
                <a:spcPct val="200000"/>
              </a:lnSpc>
            </a:pPr>
            <a:r>
              <a:rPr lang="es-MX" sz="2400" b="1" dirty="0">
                <a:solidFill>
                  <a:srgbClr val="00457F"/>
                </a:solidFill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Escenario moderado </a:t>
            </a:r>
            <a:r>
              <a:rPr lang="es-MX" sz="2400" dirty="0">
                <a:solidFill>
                  <a:srgbClr val="00457F"/>
                </a:solidFill>
              </a:rPr>
              <a:t>…..………………………………. 61</a:t>
            </a:r>
          </a:p>
          <a:p>
            <a:pPr algn="just">
              <a:lnSpc>
                <a:spcPct val="200000"/>
              </a:lnSpc>
            </a:pPr>
            <a:r>
              <a:rPr lang="es-MX" sz="2400" b="1" dirty="0">
                <a:solidFill>
                  <a:srgbClr val="00457F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Escenario optimista</a:t>
            </a:r>
            <a:r>
              <a:rPr lang="es-MX" sz="2400" dirty="0">
                <a:solidFill>
                  <a:srgbClr val="00457F"/>
                </a:solidFill>
              </a:rPr>
              <a:t> ..………………………………….. 117</a:t>
            </a:r>
          </a:p>
        </p:txBody>
      </p:sp>
    </p:spTree>
    <p:extLst>
      <p:ext uri="{BB962C8B-B14F-4D97-AF65-F5344CB8AC3E}">
        <p14:creationId xmlns:p14="http://schemas.microsoft.com/office/powerpoint/2010/main" val="1492036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4DFFE-3857-4910-150E-DA1D6CA72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67AF737D-A3A0-4B4E-E3BF-6C4549D3C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</a:t>
            </a:r>
            <a:endParaRPr lang="es-GT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AC40789-44FD-DDD9-F4E8-82D055F158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53800" y="6086475"/>
            <a:ext cx="838200" cy="771525"/>
          </a:xfrm>
        </p:spPr>
        <p:txBody>
          <a:bodyPr/>
          <a:lstStyle/>
          <a:p>
            <a:fld id="{2DD1AF16-C9BB-4ECC-8D85-F1550267F355}" type="slidenum">
              <a:rPr lang="es-GT" smtClean="0"/>
              <a:pPr/>
              <a:t>3</a:t>
            </a:fld>
            <a:endParaRPr lang="es-GT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4E662D-8FEC-222C-CA63-D91772E64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5552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D4C3F3-0A0D-4459-883A-3C8C4F5B2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74980"/>
            <a:ext cx="7118838" cy="689952"/>
          </a:xfrm>
        </p:spPr>
        <p:txBody>
          <a:bodyPr>
            <a:normAutofit/>
          </a:bodyPr>
          <a:lstStyle/>
          <a:p>
            <a:r>
              <a:rPr lang="es-ES" sz="3200" dirty="0"/>
              <a:t>Introducción</a:t>
            </a:r>
            <a:endParaRPr lang="es-GT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273B6D0-A7E1-43F8-8BEB-374236F786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9070" y="972771"/>
                <a:ext cx="10515600" cy="2779832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s-MX" sz="1600" dirty="0"/>
                  <a:t>A continuación se presentan los resultados del ejercicio de pronósticos para la versión del modelo MPM 1.5 denominada como residuos. La razón del nombre se debe a que esta versión suma el residuo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GT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s-MX" sz="16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es-GT" sz="1600" dirty="0"/>
                  <a:t> a los Activos Externos Netos y los resta a los Activos Internos netos.</a:t>
                </a:r>
              </a:p>
              <a:p>
                <a:pPr marL="0" indent="0" algn="just">
                  <a:buNone/>
                </a:pPr>
                <a:endParaRPr lang="es-GT" sz="1600" dirty="0"/>
              </a:p>
              <a:p>
                <a:pPr marL="0" indent="0" algn="just">
                  <a:buNone/>
                </a:pPr>
                <a:r>
                  <a:rPr lang="es-GT" sz="1600" b="1" dirty="0">
                    <a:solidFill>
                      <a:srgbClr val="00457F"/>
                    </a:solidFill>
                  </a:rPr>
                  <a:t>Consideraciones importantes</a:t>
                </a:r>
              </a:p>
              <a:p>
                <a:pPr algn="just"/>
                <a:r>
                  <a:rPr lang="es-GT" sz="1600" dirty="0"/>
                  <a:t>Los resultados se comparan con la versión 1.4 del modelo</a:t>
                </a:r>
              </a:p>
              <a:p>
                <a:pPr algn="just"/>
                <a:r>
                  <a:rPr lang="es-GT" sz="1600" dirty="0"/>
                  <a:t>Se mantienen los choques utilizados en la versión 1.4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5273B6D0-A7E1-43F8-8BEB-374236F786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9070" y="972771"/>
                <a:ext cx="10515600" cy="2779832"/>
              </a:xfrm>
              <a:blipFill>
                <a:blip r:embed="rId2"/>
                <a:stretch>
                  <a:fillRect l="-348" t="-1535" r="-75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B438578-2A14-4107-8808-96259A6AB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1AF16-C9BB-4ECC-8D85-F1550267F355}" type="slidenum">
              <a:rPr lang="es-GT" smtClean="0"/>
              <a:pPr/>
              <a:t>4</a:t>
            </a:fld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711015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D02E5CC-4624-4D71-819B-22C869608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Escenario base</a:t>
            </a:r>
            <a:endParaRPr lang="es-GT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F6AF598-E672-4939-B45C-4CBD9BB0FF4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53800" y="6086475"/>
            <a:ext cx="838200" cy="771525"/>
          </a:xfrm>
        </p:spPr>
        <p:txBody>
          <a:bodyPr/>
          <a:lstStyle/>
          <a:p>
            <a:fld id="{2DD1AF16-C9BB-4ECC-8D85-F1550267F355}" type="slidenum">
              <a:rPr lang="es-GT" smtClean="0"/>
              <a:pPr/>
              <a:t>5</a:t>
            </a:fld>
            <a:endParaRPr lang="es-GT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F5C7E3-70E2-C734-A486-7FDAF2B0C1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2384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_GDP_star_SM_yoy">
            <a:extLst>
              <a:ext uri="{FF2B5EF4-FFF2-40B4-BE49-F238E27FC236}">
                <a16:creationId xmlns:a16="http://schemas.microsoft.com/office/drawing/2014/main" id="{8296643E-7FE7-8A0B-F79F-0C949F35B55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892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_i_star">
            <a:extLst>
              <a:ext uri="{FF2B5EF4-FFF2-40B4-BE49-F238E27FC236}">
                <a16:creationId xmlns:a16="http://schemas.microsoft.com/office/drawing/2014/main" id="{88AE8677-1E79-F937-582D-991B9FD95CA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873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_pi_star_yoy">
            <a:extLst>
              <a:ext uri="{FF2B5EF4-FFF2-40B4-BE49-F238E27FC236}">
                <a16:creationId xmlns:a16="http://schemas.microsoft.com/office/drawing/2014/main" id="{74077A56-DF49-A587-4888-2C97CC00808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510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_IPub_ratio">
            <a:extLst>
              <a:ext uri="{FF2B5EF4-FFF2-40B4-BE49-F238E27FC236}">
                <a16:creationId xmlns:a16="http://schemas.microsoft.com/office/drawing/2014/main" id="{0D935BEA-06C0-7829-BDF8-6D0F0EE6B11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543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5_IngT_ratio">
            <a:extLst>
              <a:ext uri="{FF2B5EF4-FFF2-40B4-BE49-F238E27FC236}">
                <a16:creationId xmlns:a16="http://schemas.microsoft.com/office/drawing/2014/main" id="{FEB45646-D2C0-C66B-A478-F0D5FA6A5B2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011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6_Gfun_ratio">
            <a:extLst>
              <a:ext uri="{FF2B5EF4-FFF2-40B4-BE49-F238E27FC236}">
                <a16:creationId xmlns:a16="http://schemas.microsoft.com/office/drawing/2014/main" id="{C6CF8E53-8724-E65A-B265-314AA68DED0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843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7_DPE_ratio">
            <a:extLst>
              <a:ext uri="{FF2B5EF4-FFF2-40B4-BE49-F238E27FC236}">
                <a16:creationId xmlns:a16="http://schemas.microsoft.com/office/drawing/2014/main" id="{969ADDE0-A87F-54F5-75EC-496D26A0D4C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246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8_Rem_ratio">
            <a:extLst>
              <a:ext uri="{FF2B5EF4-FFF2-40B4-BE49-F238E27FC236}">
                <a16:creationId xmlns:a16="http://schemas.microsoft.com/office/drawing/2014/main" id="{32B19816-110D-A1FA-034D-158CB75560C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3144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9_DPI_ratio">
            <a:extLst>
              <a:ext uri="{FF2B5EF4-FFF2-40B4-BE49-F238E27FC236}">
                <a16:creationId xmlns:a16="http://schemas.microsoft.com/office/drawing/2014/main" id="{D03A06DA-84AF-7DBF-61A2-BD7B9FD308D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960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0_AEN_ratio">
            <a:extLst>
              <a:ext uri="{FF2B5EF4-FFF2-40B4-BE49-F238E27FC236}">
                <a16:creationId xmlns:a16="http://schemas.microsoft.com/office/drawing/2014/main" id="{BDE81F2A-4805-7E2C-4F85-E00129E6866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576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1_AIN_ratio">
            <a:extLst>
              <a:ext uri="{FF2B5EF4-FFF2-40B4-BE49-F238E27FC236}">
                <a16:creationId xmlns:a16="http://schemas.microsoft.com/office/drawing/2014/main" id="{D9037EBB-501F-624B-80C5-631E33C744C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525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2_i">
            <a:extLst>
              <a:ext uri="{FF2B5EF4-FFF2-40B4-BE49-F238E27FC236}">
                <a16:creationId xmlns:a16="http://schemas.microsoft.com/office/drawing/2014/main" id="{F6F82CB2-3DC8-1CA4-5F2E-DF90A195975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740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3_e_yoy">
            <a:extLst>
              <a:ext uri="{FF2B5EF4-FFF2-40B4-BE49-F238E27FC236}">
                <a16:creationId xmlns:a16="http://schemas.microsoft.com/office/drawing/2014/main" id="{A45D9AEF-0890-D4DA-8F22-162404A4697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922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4_PREM">
            <a:extLst>
              <a:ext uri="{FF2B5EF4-FFF2-40B4-BE49-F238E27FC236}">
                <a16:creationId xmlns:a16="http://schemas.microsoft.com/office/drawing/2014/main" id="{902C0A3F-5A7A-B3CD-F7A5-76E9353937F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888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5_pi_yoy">
            <a:extLst>
              <a:ext uri="{FF2B5EF4-FFF2-40B4-BE49-F238E27FC236}">
                <a16:creationId xmlns:a16="http://schemas.microsoft.com/office/drawing/2014/main" id="{07FC42B2-4FE9-45BA-36A2-F9583BE4FDD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823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6_GDP_SM_yoy">
            <a:extLst>
              <a:ext uri="{FF2B5EF4-FFF2-40B4-BE49-F238E27FC236}">
                <a16:creationId xmlns:a16="http://schemas.microsoft.com/office/drawing/2014/main" id="{6E07375E-6C38-946C-9722-E75C70AF163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2260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7_IPriv_ratio">
            <a:extLst>
              <a:ext uri="{FF2B5EF4-FFF2-40B4-BE49-F238E27FC236}">
                <a16:creationId xmlns:a16="http://schemas.microsoft.com/office/drawing/2014/main" id="{67FD4E97-55FF-6BF2-57B8-9D152DB407C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302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8_GDP_star_ola">
            <a:extLst>
              <a:ext uri="{FF2B5EF4-FFF2-40B4-BE49-F238E27FC236}">
                <a16:creationId xmlns:a16="http://schemas.microsoft.com/office/drawing/2014/main" id="{ADF771AF-3F61-6145-747B-C6627FFE7FA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5605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9_i_star_ola">
            <a:extLst>
              <a:ext uri="{FF2B5EF4-FFF2-40B4-BE49-F238E27FC236}">
                <a16:creationId xmlns:a16="http://schemas.microsoft.com/office/drawing/2014/main" id="{7B28C934-DC24-602B-9D05-B9BA7A94A40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9244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0_pi_star_ola">
            <a:extLst>
              <a:ext uri="{FF2B5EF4-FFF2-40B4-BE49-F238E27FC236}">
                <a16:creationId xmlns:a16="http://schemas.microsoft.com/office/drawing/2014/main" id="{FEBE3007-46AF-D585-EC83-CE5278F9953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5619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1_IPub_ola">
            <a:extLst>
              <a:ext uri="{FF2B5EF4-FFF2-40B4-BE49-F238E27FC236}">
                <a16:creationId xmlns:a16="http://schemas.microsoft.com/office/drawing/2014/main" id="{5D0D4165-CC90-5BA5-6209-C1E3418974F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0407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2_IngT_ola">
            <a:extLst>
              <a:ext uri="{FF2B5EF4-FFF2-40B4-BE49-F238E27FC236}">
                <a16:creationId xmlns:a16="http://schemas.microsoft.com/office/drawing/2014/main" id="{85DB851A-3039-4829-F9EF-CE1689261E6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5632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3_GFun_ola">
            <a:extLst>
              <a:ext uri="{FF2B5EF4-FFF2-40B4-BE49-F238E27FC236}">
                <a16:creationId xmlns:a16="http://schemas.microsoft.com/office/drawing/2014/main" id="{281FEBB6-15E3-A46D-870F-711290C999F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9806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4_DPE_ola">
            <a:extLst>
              <a:ext uri="{FF2B5EF4-FFF2-40B4-BE49-F238E27FC236}">
                <a16:creationId xmlns:a16="http://schemas.microsoft.com/office/drawing/2014/main" id="{19D92448-8E28-AF74-B225-453FA132A3C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7380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5_Rem_ola">
            <a:extLst>
              <a:ext uri="{FF2B5EF4-FFF2-40B4-BE49-F238E27FC236}">
                <a16:creationId xmlns:a16="http://schemas.microsoft.com/office/drawing/2014/main" id="{E7EF8F8B-CA50-37BA-1951-1671050A30B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7400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6_DPI_ola">
            <a:extLst>
              <a:ext uri="{FF2B5EF4-FFF2-40B4-BE49-F238E27FC236}">
                <a16:creationId xmlns:a16="http://schemas.microsoft.com/office/drawing/2014/main" id="{01855D2E-D43E-9CBB-A740-FB18C317E71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9920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7_AEN_ola">
            <a:extLst>
              <a:ext uri="{FF2B5EF4-FFF2-40B4-BE49-F238E27FC236}">
                <a16:creationId xmlns:a16="http://schemas.microsoft.com/office/drawing/2014/main" id="{18228A53-315A-4B3B-3073-CED33EB85C9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9694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8_AIN_ola">
            <a:extLst>
              <a:ext uri="{FF2B5EF4-FFF2-40B4-BE49-F238E27FC236}">
                <a16:creationId xmlns:a16="http://schemas.microsoft.com/office/drawing/2014/main" id="{93F961BD-E9FF-BD5A-0426-26941FB884E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9511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9_i_ola">
            <a:extLst>
              <a:ext uri="{FF2B5EF4-FFF2-40B4-BE49-F238E27FC236}">
                <a16:creationId xmlns:a16="http://schemas.microsoft.com/office/drawing/2014/main" id="{46047448-96E3-8B3F-E3A5-9D2021ACBE5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8668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0_e_ola">
            <a:extLst>
              <a:ext uri="{FF2B5EF4-FFF2-40B4-BE49-F238E27FC236}">
                <a16:creationId xmlns:a16="http://schemas.microsoft.com/office/drawing/2014/main" id="{6C6A3EC5-562D-AD07-10E0-E74ECA58906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3375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1_PREM_ola">
            <a:extLst>
              <a:ext uri="{FF2B5EF4-FFF2-40B4-BE49-F238E27FC236}">
                <a16:creationId xmlns:a16="http://schemas.microsoft.com/office/drawing/2014/main" id="{57130B8E-8F4A-D5FB-4FC9-7E68EBA558A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6425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2_pi_ola">
            <a:extLst>
              <a:ext uri="{FF2B5EF4-FFF2-40B4-BE49-F238E27FC236}">
                <a16:creationId xmlns:a16="http://schemas.microsoft.com/office/drawing/2014/main" id="{F0FE7A0B-182E-636A-C3F5-4E3DABE4585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5014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3_GDP_ola">
            <a:extLst>
              <a:ext uri="{FF2B5EF4-FFF2-40B4-BE49-F238E27FC236}">
                <a16:creationId xmlns:a16="http://schemas.microsoft.com/office/drawing/2014/main" id="{15D0466B-168A-2AA1-288E-DAADEA4BE16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753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4_IPriv_ola">
            <a:extLst>
              <a:ext uri="{FF2B5EF4-FFF2-40B4-BE49-F238E27FC236}">
                <a16:creationId xmlns:a16="http://schemas.microsoft.com/office/drawing/2014/main" id="{E5B2C06F-5DED-6D90-0AC9-B431F3AE821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5567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5_AMB_ola">
            <a:extLst>
              <a:ext uri="{FF2B5EF4-FFF2-40B4-BE49-F238E27FC236}">
                <a16:creationId xmlns:a16="http://schemas.microsoft.com/office/drawing/2014/main" id="{300D5637-8051-384C-3A8E-D362187E43B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0920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6_z_ola">
            <a:extLst>
              <a:ext uri="{FF2B5EF4-FFF2-40B4-BE49-F238E27FC236}">
                <a16:creationId xmlns:a16="http://schemas.microsoft.com/office/drawing/2014/main" id="{9B0C230B-06C2-0B0A-98F4-82D84BEBF3B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4483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7_DPEC_ola">
            <a:extLst>
              <a:ext uri="{FF2B5EF4-FFF2-40B4-BE49-F238E27FC236}">
                <a16:creationId xmlns:a16="http://schemas.microsoft.com/office/drawing/2014/main" id="{5BC6296D-3D44-D017-0A20-7EDC129F066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7015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8_DPIC_ola">
            <a:extLst>
              <a:ext uri="{FF2B5EF4-FFF2-40B4-BE49-F238E27FC236}">
                <a16:creationId xmlns:a16="http://schemas.microsoft.com/office/drawing/2014/main" id="{8DD60287-0915-09E0-6347-09605B3122C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3830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9_DPTC_ola">
            <a:extLst>
              <a:ext uri="{FF2B5EF4-FFF2-40B4-BE49-F238E27FC236}">
                <a16:creationId xmlns:a16="http://schemas.microsoft.com/office/drawing/2014/main" id="{06123175-FD00-C59D-4755-AFB5D5E80E6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9642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0_DPT_ola">
            <a:extLst>
              <a:ext uri="{FF2B5EF4-FFF2-40B4-BE49-F238E27FC236}">
                <a16:creationId xmlns:a16="http://schemas.microsoft.com/office/drawing/2014/main" id="{9F0E8F94-0FAA-9340-EDE2-DBD544CBE09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0253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1_ITotal_ola">
            <a:extLst>
              <a:ext uri="{FF2B5EF4-FFF2-40B4-BE49-F238E27FC236}">
                <a16:creationId xmlns:a16="http://schemas.microsoft.com/office/drawing/2014/main" id="{8AB76664-06B1-844C-76E6-08E367B6BAB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574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2_Def_ola">
            <a:extLst>
              <a:ext uri="{FF2B5EF4-FFF2-40B4-BE49-F238E27FC236}">
                <a16:creationId xmlns:a16="http://schemas.microsoft.com/office/drawing/2014/main" id="{64D02B28-5F0B-BD41-4780-EC6E4A8DE49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7788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3_AMB_ratio">
            <a:extLst>
              <a:ext uri="{FF2B5EF4-FFF2-40B4-BE49-F238E27FC236}">
                <a16:creationId xmlns:a16="http://schemas.microsoft.com/office/drawing/2014/main" id="{0F38EE9E-03B8-04D3-343B-A7A21E9068C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1158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4_z">
            <a:extLst>
              <a:ext uri="{FF2B5EF4-FFF2-40B4-BE49-F238E27FC236}">
                <a16:creationId xmlns:a16="http://schemas.microsoft.com/office/drawing/2014/main" id="{D3680D1E-58E6-60B3-ECC5-15090A2BDA7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146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5_DPEC_ratio">
            <a:extLst>
              <a:ext uri="{FF2B5EF4-FFF2-40B4-BE49-F238E27FC236}">
                <a16:creationId xmlns:a16="http://schemas.microsoft.com/office/drawing/2014/main" id="{68647C54-1E92-8F1B-5894-B01758E9663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963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6_DPIC_ratio">
            <a:extLst>
              <a:ext uri="{FF2B5EF4-FFF2-40B4-BE49-F238E27FC236}">
                <a16:creationId xmlns:a16="http://schemas.microsoft.com/office/drawing/2014/main" id="{E0DD8ABC-FE95-8A08-75FC-BA9B1D0B04D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8153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7_DPTC_ratio">
            <a:extLst>
              <a:ext uri="{FF2B5EF4-FFF2-40B4-BE49-F238E27FC236}">
                <a16:creationId xmlns:a16="http://schemas.microsoft.com/office/drawing/2014/main" id="{9912C5C0-023C-4AEF-AF23-8D7BDE23EDD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1908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8_DPT_ratio">
            <a:extLst>
              <a:ext uri="{FF2B5EF4-FFF2-40B4-BE49-F238E27FC236}">
                <a16:creationId xmlns:a16="http://schemas.microsoft.com/office/drawing/2014/main" id="{373C9102-2E3F-87DE-1E03-6BD8950E121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9616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9_ITotal_ratio">
            <a:extLst>
              <a:ext uri="{FF2B5EF4-FFF2-40B4-BE49-F238E27FC236}">
                <a16:creationId xmlns:a16="http://schemas.microsoft.com/office/drawing/2014/main" id="{89C3CED1-16A9-BA81-2AFA-AF9DB27A9B7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9910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50_Def_ratio">
            <a:extLst>
              <a:ext uri="{FF2B5EF4-FFF2-40B4-BE49-F238E27FC236}">
                <a16:creationId xmlns:a16="http://schemas.microsoft.com/office/drawing/2014/main" id="{93868C70-898F-C91A-5B6A-205D723F156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4376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51_u4">
            <a:extLst>
              <a:ext uri="{FF2B5EF4-FFF2-40B4-BE49-F238E27FC236}">
                <a16:creationId xmlns:a16="http://schemas.microsoft.com/office/drawing/2014/main" id="{34D96C27-953E-C5C5-6132-7DE3B0520B6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39861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52_u5">
            <a:extLst>
              <a:ext uri="{FF2B5EF4-FFF2-40B4-BE49-F238E27FC236}">
                <a16:creationId xmlns:a16="http://schemas.microsoft.com/office/drawing/2014/main" id="{11738C34-D5B9-6FA9-633F-41AB640EA10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0460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53_u7">
            <a:extLst>
              <a:ext uri="{FF2B5EF4-FFF2-40B4-BE49-F238E27FC236}">
                <a16:creationId xmlns:a16="http://schemas.microsoft.com/office/drawing/2014/main" id="{67EA3777-B4F1-D79A-4BB8-B0B78A2D96B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417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54_u9">
            <a:extLst>
              <a:ext uri="{FF2B5EF4-FFF2-40B4-BE49-F238E27FC236}">
                <a16:creationId xmlns:a16="http://schemas.microsoft.com/office/drawing/2014/main" id="{99F907B1-4FEF-79EE-7386-3143716EF19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7667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55_u16">
            <a:extLst>
              <a:ext uri="{FF2B5EF4-FFF2-40B4-BE49-F238E27FC236}">
                <a16:creationId xmlns:a16="http://schemas.microsoft.com/office/drawing/2014/main" id="{26017FFB-3797-CBD8-D739-60A03201E46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0174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E72A8-002D-0FA4-6F4A-2E271B06B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23AB0C3-21A7-7CEB-C05F-15B587C1E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Escenario Moderado</a:t>
            </a:r>
            <a:endParaRPr lang="es-GT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440507-11F9-4041-CF36-2EF738A3577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53800" y="6086475"/>
            <a:ext cx="838200" cy="771525"/>
          </a:xfrm>
        </p:spPr>
        <p:txBody>
          <a:bodyPr/>
          <a:lstStyle/>
          <a:p>
            <a:fld id="{2DD1AF16-C9BB-4ECC-8D85-F1550267F355}" type="slidenum">
              <a:rPr lang="es-GT" smtClean="0"/>
              <a:pPr/>
              <a:t>61</a:t>
            </a:fld>
            <a:endParaRPr lang="es-GT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8E5313-CDA1-0FC4-CE50-10BEFED79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644195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_GDP_star_SM_yoy">
            <a:extLst>
              <a:ext uri="{FF2B5EF4-FFF2-40B4-BE49-F238E27FC236}">
                <a16:creationId xmlns:a16="http://schemas.microsoft.com/office/drawing/2014/main" id="{27D5ED57-F7E1-3F7F-AC73-50168405625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8220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_i_star">
            <a:extLst>
              <a:ext uri="{FF2B5EF4-FFF2-40B4-BE49-F238E27FC236}">
                <a16:creationId xmlns:a16="http://schemas.microsoft.com/office/drawing/2014/main" id="{1DFF33AB-8FB0-4D8E-4DFE-E5FEAF68232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38778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_pi_star_yoy">
            <a:extLst>
              <a:ext uri="{FF2B5EF4-FFF2-40B4-BE49-F238E27FC236}">
                <a16:creationId xmlns:a16="http://schemas.microsoft.com/office/drawing/2014/main" id="{E6FBBAD0-9D7D-F60B-2C91-B3C3C024C25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989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_IPub_ratio">
            <a:extLst>
              <a:ext uri="{FF2B5EF4-FFF2-40B4-BE49-F238E27FC236}">
                <a16:creationId xmlns:a16="http://schemas.microsoft.com/office/drawing/2014/main" id="{C87FE5D8-7482-30B3-1FE8-230F74C3CBA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16991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5_IngT_ratio">
            <a:extLst>
              <a:ext uri="{FF2B5EF4-FFF2-40B4-BE49-F238E27FC236}">
                <a16:creationId xmlns:a16="http://schemas.microsoft.com/office/drawing/2014/main" id="{07B992E1-1162-711A-31AD-039C5B5858E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13601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6_Gfun_ratio">
            <a:extLst>
              <a:ext uri="{FF2B5EF4-FFF2-40B4-BE49-F238E27FC236}">
                <a16:creationId xmlns:a16="http://schemas.microsoft.com/office/drawing/2014/main" id="{BE788D6E-8A0E-151E-30B4-16765AB30D9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9890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7_DPE_ratio">
            <a:extLst>
              <a:ext uri="{FF2B5EF4-FFF2-40B4-BE49-F238E27FC236}">
                <a16:creationId xmlns:a16="http://schemas.microsoft.com/office/drawing/2014/main" id="{785A7942-0581-76B3-3127-8A6EEB1316B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42602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8_Rem_ratio">
            <a:extLst>
              <a:ext uri="{FF2B5EF4-FFF2-40B4-BE49-F238E27FC236}">
                <a16:creationId xmlns:a16="http://schemas.microsoft.com/office/drawing/2014/main" id="{0F021F61-5BFB-6CCF-4A14-84F5087646C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92427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9_DPI_ratio">
            <a:extLst>
              <a:ext uri="{FF2B5EF4-FFF2-40B4-BE49-F238E27FC236}">
                <a16:creationId xmlns:a16="http://schemas.microsoft.com/office/drawing/2014/main" id="{0155958A-47E7-D349-5526-2418671A1C3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73952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0_AEN_ratio">
            <a:extLst>
              <a:ext uri="{FF2B5EF4-FFF2-40B4-BE49-F238E27FC236}">
                <a16:creationId xmlns:a16="http://schemas.microsoft.com/office/drawing/2014/main" id="{44AA03B9-2EC6-44FE-21D2-DCD7F06598E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74979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1_AIN_ratio">
            <a:extLst>
              <a:ext uri="{FF2B5EF4-FFF2-40B4-BE49-F238E27FC236}">
                <a16:creationId xmlns:a16="http://schemas.microsoft.com/office/drawing/2014/main" id="{5F368B12-E6A6-7961-7ACA-E7D76BAD41E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5815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2_i">
            <a:extLst>
              <a:ext uri="{FF2B5EF4-FFF2-40B4-BE49-F238E27FC236}">
                <a16:creationId xmlns:a16="http://schemas.microsoft.com/office/drawing/2014/main" id="{0046E47E-0F0A-2B28-94DA-F219E025560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27152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3_e_yoy">
            <a:extLst>
              <a:ext uri="{FF2B5EF4-FFF2-40B4-BE49-F238E27FC236}">
                <a16:creationId xmlns:a16="http://schemas.microsoft.com/office/drawing/2014/main" id="{04EE1F24-5F39-1244-9C08-94177E86401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04092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4_PREM">
            <a:extLst>
              <a:ext uri="{FF2B5EF4-FFF2-40B4-BE49-F238E27FC236}">
                <a16:creationId xmlns:a16="http://schemas.microsoft.com/office/drawing/2014/main" id="{E3E16552-375F-E0DD-211A-E1976122023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6730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5_pi_yoy">
            <a:extLst>
              <a:ext uri="{FF2B5EF4-FFF2-40B4-BE49-F238E27FC236}">
                <a16:creationId xmlns:a16="http://schemas.microsoft.com/office/drawing/2014/main" id="{3E00AFD3-3A5F-91FF-95F8-BF41592F23E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72437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6_GDP_SM_yoy">
            <a:extLst>
              <a:ext uri="{FF2B5EF4-FFF2-40B4-BE49-F238E27FC236}">
                <a16:creationId xmlns:a16="http://schemas.microsoft.com/office/drawing/2014/main" id="{A9E85F70-31E0-D119-3888-A38ECEDB931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24722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7_IPriv_ratio">
            <a:extLst>
              <a:ext uri="{FF2B5EF4-FFF2-40B4-BE49-F238E27FC236}">
                <a16:creationId xmlns:a16="http://schemas.microsoft.com/office/drawing/2014/main" id="{D2A1758C-31FF-9CD9-E78B-D7EE4708EEA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89756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8_GDP_star_ola">
            <a:extLst>
              <a:ext uri="{FF2B5EF4-FFF2-40B4-BE49-F238E27FC236}">
                <a16:creationId xmlns:a16="http://schemas.microsoft.com/office/drawing/2014/main" id="{821F7AAF-0383-D67D-8B2B-812194E5A9C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93077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9_i_star_ola">
            <a:extLst>
              <a:ext uri="{FF2B5EF4-FFF2-40B4-BE49-F238E27FC236}">
                <a16:creationId xmlns:a16="http://schemas.microsoft.com/office/drawing/2014/main" id="{1578A29B-4912-ADEB-B56D-D02F418C7CE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54437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0_pi_star_ola">
            <a:extLst>
              <a:ext uri="{FF2B5EF4-FFF2-40B4-BE49-F238E27FC236}">
                <a16:creationId xmlns:a16="http://schemas.microsoft.com/office/drawing/2014/main" id="{E108DB03-AC65-B2DE-52C7-B2E65DACFC0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75622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1_IPub_ola">
            <a:extLst>
              <a:ext uri="{FF2B5EF4-FFF2-40B4-BE49-F238E27FC236}">
                <a16:creationId xmlns:a16="http://schemas.microsoft.com/office/drawing/2014/main" id="{A6D8B380-3C92-8EE8-90A9-15B8D16AA14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09162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2_IngT_ola">
            <a:extLst>
              <a:ext uri="{FF2B5EF4-FFF2-40B4-BE49-F238E27FC236}">
                <a16:creationId xmlns:a16="http://schemas.microsoft.com/office/drawing/2014/main" id="{C16BBC15-C928-8CF2-AEDF-393077DA3FE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88065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3_GFun_ola">
            <a:extLst>
              <a:ext uri="{FF2B5EF4-FFF2-40B4-BE49-F238E27FC236}">
                <a16:creationId xmlns:a16="http://schemas.microsoft.com/office/drawing/2014/main" id="{EA3277D8-D5A0-1E67-2C40-6434093F9E6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9405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4_DPE_ola">
            <a:extLst>
              <a:ext uri="{FF2B5EF4-FFF2-40B4-BE49-F238E27FC236}">
                <a16:creationId xmlns:a16="http://schemas.microsoft.com/office/drawing/2014/main" id="{5794BA23-ECE0-6200-7EC5-9CD66B34B3A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41539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5_Rem_ola">
            <a:extLst>
              <a:ext uri="{FF2B5EF4-FFF2-40B4-BE49-F238E27FC236}">
                <a16:creationId xmlns:a16="http://schemas.microsoft.com/office/drawing/2014/main" id="{920AAEBE-88A6-F94F-4425-6F9E57225BF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90390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6_DPI_ola">
            <a:extLst>
              <a:ext uri="{FF2B5EF4-FFF2-40B4-BE49-F238E27FC236}">
                <a16:creationId xmlns:a16="http://schemas.microsoft.com/office/drawing/2014/main" id="{55B7A339-8E4A-666C-52FD-955AA236501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47667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7_AEN_ola">
            <a:extLst>
              <a:ext uri="{FF2B5EF4-FFF2-40B4-BE49-F238E27FC236}">
                <a16:creationId xmlns:a16="http://schemas.microsoft.com/office/drawing/2014/main" id="{22459891-8E0C-6FF6-FD5C-A68CEC65C0C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71923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8_AIN_ola">
            <a:extLst>
              <a:ext uri="{FF2B5EF4-FFF2-40B4-BE49-F238E27FC236}">
                <a16:creationId xmlns:a16="http://schemas.microsoft.com/office/drawing/2014/main" id="{F1FE1EA2-7164-682A-CB85-BD73E1B241E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47264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9_i_ola">
            <a:extLst>
              <a:ext uri="{FF2B5EF4-FFF2-40B4-BE49-F238E27FC236}">
                <a16:creationId xmlns:a16="http://schemas.microsoft.com/office/drawing/2014/main" id="{E384BE12-2E82-BF67-2F65-A2890BD190D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48856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0_e_ola">
            <a:extLst>
              <a:ext uri="{FF2B5EF4-FFF2-40B4-BE49-F238E27FC236}">
                <a16:creationId xmlns:a16="http://schemas.microsoft.com/office/drawing/2014/main" id="{CF437D7E-09AF-0633-03B0-29D44BA71DD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21100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1_PREM_ola">
            <a:extLst>
              <a:ext uri="{FF2B5EF4-FFF2-40B4-BE49-F238E27FC236}">
                <a16:creationId xmlns:a16="http://schemas.microsoft.com/office/drawing/2014/main" id="{DBCB09DF-442A-6F54-30D5-85A0A4A33A1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16527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2_pi_ola">
            <a:extLst>
              <a:ext uri="{FF2B5EF4-FFF2-40B4-BE49-F238E27FC236}">
                <a16:creationId xmlns:a16="http://schemas.microsoft.com/office/drawing/2014/main" id="{1C202268-6189-456E-01EE-EAA12B4406E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91698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3_GDP_ola">
            <a:extLst>
              <a:ext uri="{FF2B5EF4-FFF2-40B4-BE49-F238E27FC236}">
                <a16:creationId xmlns:a16="http://schemas.microsoft.com/office/drawing/2014/main" id="{5B3BA1A3-9E4F-DE29-54C7-A773048001F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31213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4_IPriv_ola">
            <a:extLst>
              <a:ext uri="{FF2B5EF4-FFF2-40B4-BE49-F238E27FC236}">
                <a16:creationId xmlns:a16="http://schemas.microsoft.com/office/drawing/2014/main" id="{522A6788-3E6C-97C4-609F-CF76DAC5B3B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5201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5_AMB_ola">
            <a:extLst>
              <a:ext uri="{FF2B5EF4-FFF2-40B4-BE49-F238E27FC236}">
                <a16:creationId xmlns:a16="http://schemas.microsoft.com/office/drawing/2014/main" id="{6EC69E1A-F66D-1513-BD8A-5D47FA72535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9567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6_z_ola">
            <a:extLst>
              <a:ext uri="{FF2B5EF4-FFF2-40B4-BE49-F238E27FC236}">
                <a16:creationId xmlns:a16="http://schemas.microsoft.com/office/drawing/2014/main" id="{C56579C7-C5D5-C4FC-7078-550127F189D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22785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7_DPEC_ola">
            <a:extLst>
              <a:ext uri="{FF2B5EF4-FFF2-40B4-BE49-F238E27FC236}">
                <a16:creationId xmlns:a16="http://schemas.microsoft.com/office/drawing/2014/main" id="{09CB4BE4-7940-DD66-A49B-F76C0762A0F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94054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8_DPIC_ola">
            <a:extLst>
              <a:ext uri="{FF2B5EF4-FFF2-40B4-BE49-F238E27FC236}">
                <a16:creationId xmlns:a16="http://schemas.microsoft.com/office/drawing/2014/main" id="{A3F0462F-EFC8-3745-C3EB-7055D7F2CC2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9894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9_DPTC_ola">
            <a:extLst>
              <a:ext uri="{FF2B5EF4-FFF2-40B4-BE49-F238E27FC236}">
                <a16:creationId xmlns:a16="http://schemas.microsoft.com/office/drawing/2014/main" id="{D6899C20-F8AA-55E3-89B0-61C6B50CD9E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61644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0_DPT_ola">
            <a:extLst>
              <a:ext uri="{FF2B5EF4-FFF2-40B4-BE49-F238E27FC236}">
                <a16:creationId xmlns:a16="http://schemas.microsoft.com/office/drawing/2014/main" id="{7438BC40-3784-42D3-66D1-A6384AE0DD0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3186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1_ITotal_ola">
            <a:extLst>
              <a:ext uri="{FF2B5EF4-FFF2-40B4-BE49-F238E27FC236}">
                <a16:creationId xmlns:a16="http://schemas.microsoft.com/office/drawing/2014/main" id="{A01E9275-E9DA-D30B-4EF8-F606370E788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3428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2_Def_ola">
            <a:extLst>
              <a:ext uri="{FF2B5EF4-FFF2-40B4-BE49-F238E27FC236}">
                <a16:creationId xmlns:a16="http://schemas.microsoft.com/office/drawing/2014/main" id="{F6DE4E55-9087-FEC1-D4B5-C15B1667475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68024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3_AMB_ratio">
            <a:extLst>
              <a:ext uri="{FF2B5EF4-FFF2-40B4-BE49-F238E27FC236}">
                <a16:creationId xmlns:a16="http://schemas.microsoft.com/office/drawing/2014/main" id="{40697DCA-F807-D82E-AE6B-44C734097AB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62692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4_z">
            <a:extLst>
              <a:ext uri="{FF2B5EF4-FFF2-40B4-BE49-F238E27FC236}">
                <a16:creationId xmlns:a16="http://schemas.microsoft.com/office/drawing/2014/main" id="{E52E717A-83A4-4DE2-0906-7153468A226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13870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5_DPEC_ratio">
            <a:extLst>
              <a:ext uri="{FF2B5EF4-FFF2-40B4-BE49-F238E27FC236}">
                <a16:creationId xmlns:a16="http://schemas.microsoft.com/office/drawing/2014/main" id="{4D37CDC0-6D1A-1612-BD55-FCCC94EA0BA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19200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6_DPIC_ratio">
            <a:extLst>
              <a:ext uri="{FF2B5EF4-FFF2-40B4-BE49-F238E27FC236}">
                <a16:creationId xmlns:a16="http://schemas.microsoft.com/office/drawing/2014/main" id="{8D901652-3D51-09AE-CDD5-9BF4362A287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44203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7_DPTC_ratio">
            <a:extLst>
              <a:ext uri="{FF2B5EF4-FFF2-40B4-BE49-F238E27FC236}">
                <a16:creationId xmlns:a16="http://schemas.microsoft.com/office/drawing/2014/main" id="{BE4D4ED8-52F6-681C-F190-0B83656B7DB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51517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8_DPT_ratio">
            <a:extLst>
              <a:ext uri="{FF2B5EF4-FFF2-40B4-BE49-F238E27FC236}">
                <a16:creationId xmlns:a16="http://schemas.microsoft.com/office/drawing/2014/main" id="{28D2B453-E909-2903-0E8E-A74C543D4D7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5908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9_ITotal_ratio">
            <a:extLst>
              <a:ext uri="{FF2B5EF4-FFF2-40B4-BE49-F238E27FC236}">
                <a16:creationId xmlns:a16="http://schemas.microsoft.com/office/drawing/2014/main" id="{5E2B3CA8-9DF7-9043-6CA2-EFFF5BD6DFB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06888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50_Def_ratio">
            <a:extLst>
              <a:ext uri="{FF2B5EF4-FFF2-40B4-BE49-F238E27FC236}">
                <a16:creationId xmlns:a16="http://schemas.microsoft.com/office/drawing/2014/main" id="{E833376A-126E-1DBE-A9DB-E89D6C45DD5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29104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51_u4">
            <a:extLst>
              <a:ext uri="{FF2B5EF4-FFF2-40B4-BE49-F238E27FC236}">
                <a16:creationId xmlns:a16="http://schemas.microsoft.com/office/drawing/2014/main" id="{A1A8322E-399C-22E6-A2E4-73C7AE4BCE5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6273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52_u5">
            <a:extLst>
              <a:ext uri="{FF2B5EF4-FFF2-40B4-BE49-F238E27FC236}">
                <a16:creationId xmlns:a16="http://schemas.microsoft.com/office/drawing/2014/main" id="{C3FDE4BD-E5DA-FC23-02A1-088EDDDD115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85203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53_u7">
            <a:extLst>
              <a:ext uri="{FF2B5EF4-FFF2-40B4-BE49-F238E27FC236}">
                <a16:creationId xmlns:a16="http://schemas.microsoft.com/office/drawing/2014/main" id="{88D2CD83-EC0D-CC1E-CE83-1D6A519C6F4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48569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54_u9">
            <a:extLst>
              <a:ext uri="{FF2B5EF4-FFF2-40B4-BE49-F238E27FC236}">
                <a16:creationId xmlns:a16="http://schemas.microsoft.com/office/drawing/2014/main" id="{C80E3350-05A0-260D-EF6C-A58C540B172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40094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55_u16">
            <a:extLst>
              <a:ext uri="{FF2B5EF4-FFF2-40B4-BE49-F238E27FC236}">
                <a16:creationId xmlns:a16="http://schemas.microsoft.com/office/drawing/2014/main" id="{F577DEDF-3EC4-76D2-1BAB-D85259A353A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9612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2300D-F560-00CB-70BE-6D76E3FA6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60796C0-BAB6-0EE3-8AAB-522425AAE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Escenario Optimista</a:t>
            </a:r>
            <a:endParaRPr lang="es-GT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3571F8-A377-6CE4-D9E0-3F5B9B4FE13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53800" y="6086475"/>
            <a:ext cx="838200" cy="771525"/>
          </a:xfrm>
        </p:spPr>
        <p:txBody>
          <a:bodyPr/>
          <a:lstStyle/>
          <a:p>
            <a:fld id="{2DD1AF16-C9BB-4ECC-8D85-F1550267F355}" type="slidenum">
              <a:rPr lang="es-GT" smtClean="0"/>
              <a:pPr/>
              <a:t>117</a:t>
            </a:fld>
            <a:endParaRPr lang="es-GT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2D16A64-EB10-3389-23EC-BC54321CA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6992057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_GDP_star_SM_yoy">
            <a:extLst>
              <a:ext uri="{FF2B5EF4-FFF2-40B4-BE49-F238E27FC236}">
                <a16:creationId xmlns:a16="http://schemas.microsoft.com/office/drawing/2014/main" id="{95EC07B2-C52D-BA9B-D507-1B130CD1DD1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01681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_i_star">
            <a:extLst>
              <a:ext uri="{FF2B5EF4-FFF2-40B4-BE49-F238E27FC236}">
                <a16:creationId xmlns:a16="http://schemas.microsoft.com/office/drawing/2014/main" id="{8417014B-5533-5207-38F7-5943AB7D47D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19993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_pi_star_yoy">
            <a:extLst>
              <a:ext uri="{FF2B5EF4-FFF2-40B4-BE49-F238E27FC236}">
                <a16:creationId xmlns:a16="http://schemas.microsoft.com/office/drawing/2014/main" id="{CE6BD0D7-D579-8701-CF78-16EE7A72F76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10780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_IPub_ratio">
            <a:extLst>
              <a:ext uri="{FF2B5EF4-FFF2-40B4-BE49-F238E27FC236}">
                <a16:creationId xmlns:a16="http://schemas.microsoft.com/office/drawing/2014/main" id="{159AE2AE-13BC-43D0-380B-69A53B1A923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97048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5_IngT_ratio">
            <a:extLst>
              <a:ext uri="{FF2B5EF4-FFF2-40B4-BE49-F238E27FC236}">
                <a16:creationId xmlns:a16="http://schemas.microsoft.com/office/drawing/2014/main" id="{7E79C18C-B17E-2EAE-E6B8-1DEBDC4A443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99483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6_Gfun_ratio">
            <a:extLst>
              <a:ext uri="{FF2B5EF4-FFF2-40B4-BE49-F238E27FC236}">
                <a16:creationId xmlns:a16="http://schemas.microsoft.com/office/drawing/2014/main" id="{1F32382C-5001-3164-66F1-74328F266C0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27561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7_DPE_ratio">
            <a:extLst>
              <a:ext uri="{FF2B5EF4-FFF2-40B4-BE49-F238E27FC236}">
                <a16:creationId xmlns:a16="http://schemas.microsoft.com/office/drawing/2014/main" id="{EB6286B9-3284-34CD-C763-8F0B380B2FA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80306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8_Rem_ratio">
            <a:extLst>
              <a:ext uri="{FF2B5EF4-FFF2-40B4-BE49-F238E27FC236}">
                <a16:creationId xmlns:a16="http://schemas.microsoft.com/office/drawing/2014/main" id="{7A7C871B-0A73-B451-3105-ADC024CB1C4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550919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9_DPI_ratio">
            <a:extLst>
              <a:ext uri="{FF2B5EF4-FFF2-40B4-BE49-F238E27FC236}">
                <a16:creationId xmlns:a16="http://schemas.microsoft.com/office/drawing/2014/main" id="{55F22589-1969-2C47-A11B-09CC9634869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31857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0_AEN_ratio">
            <a:extLst>
              <a:ext uri="{FF2B5EF4-FFF2-40B4-BE49-F238E27FC236}">
                <a16:creationId xmlns:a16="http://schemas.microsoft.com/office/drawing/2014/main" id="{47EDFA36-EAB1-8940-EF15-2C633C3D492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72720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1_AIN_ratio">
            <a:extLst>
              <a:ext uri="{FF2B5EF4-FFF2-40B4-BE49-F238E27FC236}">
                <a16:creationId xmlns:a16="http://schemas.microsoft.com/office/drawing/2014/main" id="{9358A5A1-7228-D2F1-C0B2-D8714BC7430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79408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2_i">
            <a:extLst>
              <a:ext uri="{FF2B5EF4-FFF2-40B4-BE49-F238E27FC236}">
                <a16:creationId xmlns:a16="http://schemas.microsoft.com/office/drawing/2014/main" id="{639462BF-63A3-3294-AE69-0CC1231E31C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878554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3_e_yoy">
            <a:extLst>
              <a:ext uri="{FF2B5EF4-FFF2-40B4-BE49-F238E27FC236}">
                <a16:creationId xmlns:a16="http://schemas.microsoft.com/office/drawing/2014/main" id="{6084C52A-FCE6-59B0-44A8-6D07D6C784F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83235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4_PREM">
            <a:extLst>
              <a:ext uri="{FF2B5EF4-FFF2-40B4-BE49-F238E27FC236}">
                <a16:creationId xmlns:a16="http://schemas.microsoft.com/office/drawing/2014/main" id="{6BC0D796-25F7-F985-CB6A-30A66B5165D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397066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5_pi_yoy">
            <a:extLst>
              <a:ext uri="{FF2B5EF4-FFF2-40B4-BE49-F238E27FC236}">
                <a16:creationId xmlns:a16="http://schemas.microsoft.com/office/drawing/2014/main" id="{E2E1303C-16DE-CBCD-82E7-E7DAC13AFBD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320366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6_GDP_SM_yoy">
            <a:extLst>
              <a:ext uri="{FF2B5EF4-FFF2-40B4-BE49-F238E27FC236}">
                <a16:creationId xmlns:a16="http://schemas.microsoft.com/office/drawing/2014/main" id="{2587DDF0-5C9E-0976-3025-D339E80B6B6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003144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7_IPriv_ratio">
            <a:extLst>
              <a:ext uri="{FF2B5EF4-FFF2-40B4-BE49-F238E27FC236}">
                <a16:creationId xmlns:a16="http://schemas.microsoft.com/office/drawing/2014/main" id="{327EA1F2-522D-F99E-DD54-B9868E9F796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389323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8_GDP_star_ola">
            <a:extLst>
              <a:ext uri="{FF2B5EF4-FFF2-40B4-BE49-F238E27FC236}">
                <a16:creationId xmlns:a16="http://schemas.microsoft.com/office/drawing/2014/main" id="{DD53E2CD-7AA1-C560-53E7-4ABC9A4B52D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008614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19_i_star_ola">
            <a:extLst>
              <a:ext uri="{FF2B5EF4-FFF2-40B4-BE49-F238E27FC236}">
                <a16:creationId xmlns:a16="http://schemas.microsoft.com/office/drawing/2014/main" id="{6155BA80-9EB8-B88A-8121-5D99CC8394C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255173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0_pi_star_ola">
            <a:extLst>
              <a:ext uri="{FF2B5EF4-FFF2-40B4-BE49-F238E27FC236}">
                <a16:creationId xmlns:a16="http://schemas.microsoft.com/office/drawing/2014/main" id="{79BC1C00-7211-2B8E-607D-8438338A014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594510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1_IPub_ola">
            <a:extLst>
              <a:ext uri="{FF2B5EF4-FFF2-40B4-BE49-F238E27FC236}">
                <a16:creationId xmlns:a16="http://schemas.microsoft.com/office/drawing/2014/main" id="{0B6111BF-4778-D954-5D3E-115CC8B6CD5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81721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2_IngT_ola">
            <a:extLst>
              <a:ext uri="{FF2B5EF4-FFF2-40B4-BE49-F238E27FC236}">
                <a16:creationId xmlns:a16="http://schemas.microsoft.com/office/drawing/2014/main" id="{A37EE275-77AC-E856-6B81-C02495ADBD1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203495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3_GFun_ola">
            <a:extLst>
              <a:ext uri="{FF2B5EF4-FFF2-40B4-BE49-F238E27FC236}">
                <a16:creationId xmlns:a16="http://schemas.microsoft.com/office/drawing/2014/main" id="{19322AFF-E32A-A093-7FE6-14668B8EF41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66291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4_DPE_ola">
            <a:extLst>
              <a:ext uri="{FF2B5EF4-FFF2-40B4-BE49-F238E27FC236}">
                <a16:creationId xmlns:a16="http://schemas.microsoft.com/office/drawing/2014/main" id="{E99B44E2-04F7-3596-CA88-F12814249C8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0716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5_Rem_ola">
            <a:extLst>
              <a:ext uri="{FF2B5EF4-FFF2-40B4-BE49-F238E27FC236}">
                <a16:creationId xmlns:a16="http://schemas.microsoft.com/office/drawing/2014/main" id="{7D72B1DA-F289-4C7C-9581-ACF5A28DCA9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10010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6_DPI_ola">
            <a:extLst>
              <a:ext uri="{FF2B5EF4-FFF2-40B4-BE49-F238E27FC236}">
                <a16:creationId xmlns:a16="http://schemas.microsoft.com/office/drawing/2014/main" id="{E728CB6E-9B80-A45B-860E-0DC909146E7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936516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7_AEN_ola">
            <a:extLst>
              <a:ext uri="{FF2B5EF4-FFF2-40B4-BE49-F238E27FC236}">
                <a16:creationId xmlns:a16="http://schemas.microsoft.com/office/drawing/2014/main" id="{6FB983E8-4225-BB63-1E1F-5C9EAF05AE2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64024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8_AIN_ola">
            <a:extLst>
              <a:ext uri="{FF2B5EF4-FFF2-40B4-BE49-F238E27FC236}">
                <a16:creationId xmlns:a16="http://schemas.microsoft.com/office/drawing/2014/main" id="{1DD9C169-8F35-0C9F-16C2-8A761FC7685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367979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29_i_ola">
            <a:extLst>
              <a:ext uri="{FF2B5EF4-FFF2-40B4-BE49-F238E27FC236}">
                <a16:creationId xmlns:a16="http://schemas.microsoft.com/office/drawing/2014/main" id="{CA67D503-3072-65F6-16B9-F48379D557E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820618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0_e_ola">
            <a:extLst>
              <a:ext uri="{FF2B5EF4-FFF2-40B4-BE49-F238E27FC236}">
                <a16:creationId xmlns:a16="http://schemas.microsoft.com/office/drawing/2014/main" id="{F6BB9A99-E19D-F708-6D13-C31D663DC30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90766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1_PREM_ola">
            <a:extLst>
              <a:ext uri="{FF2B5EF4-FFF2-40B4-BE49-F238E27FC236}">
                <a16:creationId xmlns:a16="http://schemas.microsoft.com/office/drawing/2014/main" id="{6B45B630-1E9B-2E7E-22C0-72D6FD6EE3F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970672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2_pi_ola">
            <a:extLst>
              <a:ext uri="{FF2B5EF4-FFF2-40B4-BE49-F238E27FC236}">
                <a16:creationId xmlns:a16="http://schemas.microsoft.com/office/drawing/2014/main" id="{E65E6010-57BD-556B-8392-F2E1BD68089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322727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3_GDP_ola">
            <a:extLst>
              <a:ext uri="{FF2B5EF4-FFF2-40B4-BE49-F238E27FC236}">
                <a16:creationId xmlns:a16="http://schemas.microsoft.com/office/drawing/2014/main" id="{0C35CA57-36EB-737E-4F70-82340796FD4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499335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4_IPriv_ola">
            <a:extLst>
              <a:ext uri="{FF2B5EF4-FFF2-40B4-BE49-F238E27FC236}">
                <a16:creationId xmlns:a16="http://schemas.microsoft.com/office/drawing/2014/main" id="{F4A8BECA-72DB-5121-D719-18190D1AA17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013742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5_AMB_ola">
            <a:extLst>
              <a:ext uri="{FF2B5EF4-FFF2-40B4-BE49-F238E27FC236}">
                <a16:creationId xmlns:a16="http://schemas.microsoft.com/office/drawing/2014/main" id="{930EEB4F-A108-D765-5571-4EF690F52C6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198206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6_z_ola">
            <a:extLst>
              <a:ext uri="{FF2B5EF4-FFF2-40B4-BE49-F238E27FC236}">
                <a16:creationId xmlns:a16="http://schemas.microsoft.com/office/drawing/2014/main" id="{F49B0DD8-E986-47B4-0AFA-096F8253BE9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643734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7_DPEC_ola">
            <a:extLst>
              <a:ext uri="{FF2B5EF4-FFF2-40B4-BE49-F238E27FC236}">
                <a16:creationId xmlns:a16="http://schemas.microsoft.com/office/drawing/2014/main" id="{1335A472-9EA0-9C47-8876-85A637ADDA1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19180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8_DPIC_ola">
            <a:extLst>
              <a:ext uri="{FF2B5EF4-FFF2-40B4-BE49-F238E27FC236}">
                <a16:creationId xmlns:a16="http://schemas.microsoft.com/office/drawing/2014/main" id="{3A7F516A-210C-4276-A550-DF52AA365BE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900762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39_DPTC_ola">
            <a:extLst>
              <a:ext uri="{FF2B5EF4-FFF2-40B4-BE49-F238E27FC236}">
                <a16:creationId xmlns:a16="http://schemas.microsoft.com/office/drawing/2014/main" id="{3690CAF8-7648-43AA-3C80-A9658865E0B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507358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0_DPT_ola">
            <a:extLst>
              <a:ext uri="{FF2B5EF4-FFF2-40B4-BE49-F238E27FC236}">
                <a16:creationId xmlns:a16="http://schemas.microsoft.com/office/drawing/2014/main" id="{C0C13141-ED19-C8C5-EA21-EC349B689DC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410023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1_ITotal_ola">
            <a:extLst>
              <a:ext uri="{FF2B5EF4-FFF2-40B4-BE49-F238E27FC236}">
                <a16:creationId xmlns:a16="http://schemas.microsoft.com/office/drawing/2014/main" id="{1B7F8DD4-5DDB-D709-06C9-1FF38120B17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63814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2_Def_ola">
            <a:extLst>
              <a:ext uri="{FF2B5EF4-FFF2-40B4-BE49-F238E27FC236}">
                <a16:creationId xmlns:a16="http://schemas.microsoft.com/office/drawing/2014/main" id="{1A4BD93A-591A-956B-CBA6-865337D6B54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146094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3_AMB_ratio">
            <a:extLst>
              <a:ext uri="{FF2B5EF4-FFF2-40B4-BE49-F238E27FC236}">
                <a16:creationId xmlns:a16="http://schemas.microsoft.com/office/drawing/2014/main" id="{176B5198-8BDD-FBAD-F7BA-314F13EAD1F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902823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4_z">
            <a:extLst>
              <a:ext uri="{FF2B5EF4-FFF2-40B4-BE49-F238E27FC236}">
                <a16:creationId xmlns:a16="http://schemas.microsoft.com/office/drawing/2014/main" id="{841EDA5D-0BB5-E9BB-CC84-85520D1F318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86478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5_DPEC_ratio">
            <a:extLst>
              <a:ext uri="{FF2B5EF4-FFF2-40B4-BE49-F238E27FC236}">
                <a16:creationId xmlns:a16="http://schemas.microsoft.com/office/drawing/2014/main" id="{0B809EFC-23EC-4792-2089-7410608AAB0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7804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6_DPIC_ratio">
            <a:extLst>
              <a:ext uri="{FF2B5EF4-FFF2-40B4-BE49-F238E27FC236}">
                <a16:creationId xmlns:a16="http://schemas.microsoft.com/office/drawing/2014/main" id="{AA73CCB1-9F40-7141-26A9-DE9B95DC40E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724185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7_DPTC_ratio">
            <a:extLst>
              <a:ext uri="{FF2B5EF4-FFF2-40B4-BE49-F238E27FC236}">
                <a16:creationId xmlns:a16="http://schemas.microsoft.com/office/drawing/2014/main" id="{28E5BFCC-40C2-2057-8B91-68DEF31EEC2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16336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8_DPT_ratio">
            <a:extLst>
              <a:ext uri="{FF2B5EF4-FFF2-40B4-BE49-F238E27FC236}">
                <a16:creationId xmlns:a16="http://schemas.microsoft.com/office/drawing/2014/main" id="{2FAB3334-BDA3-065A-1055-1258645F89F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514766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49_ITotal_ratio">
            <a:extLst>
              <a:ext uri="{FF2B5EF4-FFF2-40B4-BE49-F238E27FC236}">
                <a16:creationId xmlns:a16="http://schemas.microsoft.com/office/drawing/2014/main" id="{42B056AA-A2F3-B59B-7A8B-64BEE906863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8558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50_Def_ratio">
            <a:extLst>
              <a:ext uri="{FF2B5EF4-FFF2-40B4-BE49-F238E27FC236}">
                <a16:creationId xmlns:a16="http://schemas.microsoft.com/office/drawing/2014/main" id="{CDE50576-8F91-7DF2-5455-89386F220A2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126564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51_u4">
            <a:extLst>
              <a:ext uri="{FF2B5EF4-FFF2-40B4-BE49-F238E27FC236}">
                <a16:creationId xmlns:a16="http://schemas.microsoft.com/office/drawing/2014/main" id="{B6994E4F-EB25-79D8-17C6-48A3A60BE5A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200050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52_u5">
            <a:extLst>
              <a:ext uri="{FF2B5EF4-FFF2-40B4-BE49-F238E27FC236}">
                <a16:creationId xmlns:a16="http://schemas.microsoft.com/office/drawing/2014/main" id="{0F789F9D-E8A6-6CD4-F36D-4F9E0ECA2CE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941278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53_u7">
            <a:extLst>
              <a:ext uri="{FF2B5EF4-FFF2-40B4-BE49-F238E27FC236}">
                <a16:creationId xmlns:a16="http://schemas.microsoft.com/office/drawing/2014/main" id="{2B85FA32-383F-E46B-A9A4-057C28A3D04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980779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54_u9">
            <a:extLst>
              <a:ext uri="{FF2B5EF4-FFF2-40B4-BE49-F238E27FC236}">
                <a16:creationId xmlns:a16="http://schemas.microsoft.com/office/drawing/2014/main" id="{215327A4-5712-1E37-4B6F-8ACB647F057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306412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55_u16">
            <a:extLst>
              <a:ext uri="{FF2B5EF4-FFF2-40B4-BE49-F238E27FC236}">
                <a16:creationId xmlns:a16="http://schemas.microsoft.com/office/drawing/2014/main" id="{ABED66C5-F057-E17B-43E8-052350A9C3A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0"/>
            <a:ext cx="11572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3598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alizado 1">
      <a:majorFont>
        <a:latin typeface="Libre Franklin"/>
        <a:ea typeface=""/>
        <a:cs typeface=""/>
      </a:majorFont>
      <a:minorFont>
        <a:latin typeface="Libre Frankli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2075</TotalTime>
  <Words>112</Words>
  <Application>Microsoft Office PowerPoint</Application>
  <PresentationFormat>Panorámica</PresentationFormat>
  <Paragraphs>23</Paragraphs>
  <Slides>172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172</vt:i4>
      </vt:variant>
    </vt:vector>
  </HeadingPairs>
  <TitlesOfParts>
    <vt:vector size="177" baseType="lpstr">
      <vt:lpstr>Arial</vt:lpstr>
      <vt:lpstr>Calibri</vt:lpstr>
      <vt:lpstr>Cambria Math</vt:lpstr>
      <vt:lpstr>Libre Franklin</vt:lpstr>
      <vt:lpstr>Tema de Office</vt:lpstr>
      <vt:lpstr>Ejercicios de pronósticos MPM versión 1.5 (residuos)</vt:lpstr>
      <vt:lpstr>Presentación de PowerPoint</vt:lpstr>
      <vt:lpstr>Introducción</vt:lpstr>
      <vt:lpstr>Introducción</vt:lpstr>
      <vt:lpstr>Escenario base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Escenario Moderado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Escenario Optimista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Rubí Esmeralda Ramírez Milián</dc:creator>
  <cp:lastModifiedBy>Jorge Orenos</cp:lastModifiedBy>
  <cp:revision>67</cp:revision>
  <dcterms:created xsi:type="dcterms:W3CDTF">2026-05-06T22:18:38Z</dcterms:created>
  <dcterms:modified xsi:type="dcterms:W3CDTF">2026-08-03T19:03:10Z</dcterms:modified>
</cp:coreProperties>
</file>