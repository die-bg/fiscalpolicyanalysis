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8" r:id="rId2"/>
    <p:sldId id="267" r:id="rId3"/>
    <p:sldId id="260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57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0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CCCFF-D9F4-4A36-BDD6-92712EFED9A0}" type="datetimeFigureOut">
              <a:rPr lang="es-GT" smtClean="0"/>
              <a:t>21/05/2026</a:t>
            </a:fld>
            <a:endParaRPr lang="es-GT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715FF-9FEB-4C81-B95B-03B8B2F8FA06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1705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C18BA-EC45-4071-BD06-2069FA615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3382" y="1122363"/>
            <a:ext cx="6354618" cy="2387600"/>
          </a:xfr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1F1AF0-F80E-4E76-B287-5AEA87171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3380" y="3602038"/>
            <a:ext cx="63546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GT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ED055A-5CD6-454A-AAE5-92213DBA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E680C-918C-48CC-B546-F7B2C17ED6E2}" type="datetime1">
              <a:rPr lang="es-GT" smtClean="0"/>
              <a:t>21/05/2026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BB336-DBE8-4259-AEF4-02E906475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1180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17B0-DA76-4342-8D56-9950FF9C3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1496EE-BA33-4E79-920F-0DBBF6919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81A0D0-3FED-4A2D-AAC8-CC9240CB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5C92-ADB5-4167-BB80-EDA841336DF4}" type="datetime1">
              <a:rPr lang="es-GT" smtClean="0"/>
              <a:t>21/05/2026</a:t>
            </a:fld>
            <a:endParaRPr lang="es-G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57D565-EA18-4979-87E7-53F92A9E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03F3F926-B36E-4B26-8BF5-7105B95E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1" y="6086764"/>
            <a:ext cx="838200" cy="771236"/>
          </a:xfrm>
        </p:spPr>
        <p:txBody>
          <a:bodyPr/>
          <a:lstStyle>
            <a:lvl1pPr>
              <a:defRPr sz="2800" b="1">
                <a:solidFill>
                  <a:srgbClr val="00457F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489251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17809-35A2-4AD1-AEC3-23DB9176AC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D86620-9DB3-4D5D-B063-8DDEA9DEF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89072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499E1-8891-46E0-B2C9-152297196A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ACF482-2947-49F4-A17C-3AEE4D0FA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AF8339-90DE-403C-AA85-16973C5C0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4F3B7A-247A-48CD-AC20-76FC0A77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42838-774C-416C-B759-B14615B51330}" type="datetime1">
              <a:rPr lang="es-GT" smtClean="0"/>
              <a:t>21/05/2026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E663ED-EC26-4150-8E10-A10017BA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6025DD45-EA0C-407D-9D11-324873BE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1" y="6086764"/>
            <a:ext cx="838200" cy="771236"/>
          </a:xfrm>
        </p:spPr>
        <p:txBody>
          <a:bodyPr/>
          <a:lstStyle>
            <a:lvl1pPr>
              <a:defRPr sz="2800">
                <a:solidFill>
                  <a:srgbClr val="00457F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403670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5567A-561F-4793-8509-B08FAD492E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C78C10-BDA2-42CD-A03C-78DE6412A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42473-8BD4-49E8-8326-4E3083607660}" type="datetime1">
              <a:rPr lang="es-GT" smtClean="0"/>
              <a:t>21/05/2026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8FAFA5-9E70-4E7F-BED5-B038D9112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5683CB-7556-436F-B1B5-E9BE3C0FA3A3}"/>
              </a:ext>
            </a:extLst>
          </p:cNvPr>
          <p:cNvSpPr txBox="1">
            <a:spLocks/>
          </p:cNvSpPr>
          <p:nvPr userDrawn="1"/>
        </p:nvSpPr>
        <p:spPr>
          <a:xfrm>
            <a:off x="11353801" y="6086764"/>
            <a:ext cx="838200" cy="771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GT"/>
            </a:defPPr>
            <a:lvl1pPr marL="0" algn="r" defTabSz="914400" rtl="0" eaLnBrk="1" latinLnBrk="0" hangingPunct="1">
              <a:defRPr sz="2800" kern="1200">
                <a:solidFill>
                  <a:srgbClr val="00457F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F2F6B7A7-EA37-482D-960D-1E369C94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434" y="6068292"/>
            <a:ext cx="803564" cy="789708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34248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7F57FFB-539C-4AF2-A3DD-D33311FE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8C78-1D52-410F-B82F-3D1612FB0D62}" type="datetime1">
              <a:rPr lang="es-GT" smtClean="0"/>
              <a:t>21/05/2026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FEC03E-CE25-485E-AEDA-3276D519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34A354B5-693F-47AF-872D-99118E57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434" y="6068292"/>
            <a:ext cx="803564" cy="789708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8864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DB5AB-7308-4200-AFDE-29940A8118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C89800-6011-4D28-BCAE-1AD7D5963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A45710-1BE2-4A84-8261-58C197C23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A4A150-D102-4F6D-B195-A31A06311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5F3F-D87B-46B3-BEE9-6BE38B7CBA21}" type="datetime1">
              <a:rPr lang="es-GT" smtClean="0"/>
              <a:t>21/05/2026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B9C2B7-3220-4FCE-8FD3-FA955EBB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ACCFC7-0481-4761-A6AB-66B282E1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03153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04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DFF341-FBA4-439B-9D88-63293004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7D3518-95BB-4FF3-9705-B5F55A4CC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B49FC-7C40-451A-A77F-27388F45C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D7216-F8F5-42AB-9B39-4D0039E86A01}" type="datetime1">
              <a:rPr lang="es-GT" smtClean="0"/>
              <a:t>21/05/2026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FEB1C2-E896-4FB0-9D76-CFE8CB7F6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75B224-72C0-4415-B94C-59DBDD4B1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1AF16-C9BB-4ECC-8D85-F1550267F35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075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0B60F34-1F7A-4EF3-8F6D-987DD68881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Modelo para Proyecciones Macroeconómicas</a:t>
            </a:r>
            <a:endParaRPr lang="es-GT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ABFD3C15-762A-4D88-9B9E-0057B17D5A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Mayo 2026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71772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D02E5CC-4624-4D71-819B-22C86960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Pronósticos</a:t>
            </a:r>
            <a:endParaRPr lang="es-GT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BED8BDE-A7B5-416B-B6BB-EEDE10B75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Escenarios base, moderado y optimista</a:t>
            </a:r>
            <a:endParaRPr lang="es-GT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6AF598-E672-4939-B45C-4CBD9BB0FF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6086475"/>
            <a:ext cx="838200" cy="771525"/>
          </a:xfrm>
        </p:spPr>
        <p:txBody>
          <a:bodyPr/>
          <a:lstStyle/>
          <a:p>
            <a:fld id="{2DD1AF16-C9BB-4ECC-8D85-F1550267F355}" type="slidenum">
              <a:rPr lang="es-GT" smtClean="0"/>
              <a:pPr/>
              <a:t>2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12041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8B49DC4-DC8C-4AB2-B824-A7E6D6D4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3</a:t>
            </a:fld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1E4FBA-35DC-4463-A9E7-3A019F899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569" y="0"/>
            <a:ext cx="9703410" cy="575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4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4AE81E-6433-4A15-8783-BA048037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4</a:t>
            </a:fld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0E6F2D8-66F0-4874-88E8-EC9607588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86" y="0"/>
            <a:ext cx="9701775" cy="57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87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1CCA2C-8AA3-4A9D-A819-097D8028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5</a:t>
            </a:fld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EFB5CB-BB71-488C-9794-DC681206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677" y="0"/>
            <a:ext cx="9701775" cy="57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58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D0054E-BFDC-46D2-BC28-A2B66BB2D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6</a:t>
            </a:fld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40A42BB-6D1C-4790-A84D-52716BD5B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85" y="0"/>
            <a:ext cx="9701775" cy="57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1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3B60DC-27BF-4200-AC2F-FB74AF2B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7</a:t>
            </a:fld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92E1E1-2E59-4762-9F91-283193C9A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678" y="0"/>
            <a:ext cx="9701775" cy="57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60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148679-62AE-453C-A37A-03798CC26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8</a:t>
            </a:fld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8365EB3-6E93-4077-9A6C-2314AA42A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86" y="0"/>
            <a:ext cx="9701775" cy="57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668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681297-3155-4BCE-835F-301B9FD6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9</a:t>
            </a:fld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5302033-4BFB-4E0C-BFEF-444CAA3EC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85" y="0"/>
            <a:ext cx="9701775" cy="57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22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C3A914-EBF5-4FC6-9556-518BF411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10</a:t>
            </a:fld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5BC3D96-8722-4CA5-8C66-2B12747C3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540" y="0"/>
            <a:ext cx="9701775" cy="57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30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151901-9A4E-4E37-AD00-4D839E81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11</a:t>
            </a:fld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A71B67A-953B-4286-BA77-67C2E7606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86" y="0"/>
            <a:ext cx="9701775" cy="57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56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5C75D9-9CFA-4981-A684-8B8FDDEF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12</a:t>
            </a:fld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56A396D-0FDB-456A-A3FB-346797D68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86" y="0"/>
            <a:ext cx="9701775" cy="57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749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Libre Franklin"/>
        <a:ea typeface=""/>
        <a:cs typeface=""/>
      </a:majorFont>
      <a:minorFont>
        <a:latin typeface="Libre Frankl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24</Words>
  <Application>Microsoft Office PowerPoint</Application>
  <PresentationFormat>Panorámica</PresentationFormat>
  <Paragraphs>15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Libre Franklin</vt:lpstr>
      <vt:lpstr>Tema de Office</vt:lpstr>
      <vt:lpstr>Modelo para Proyecciones Macroeconómicas</vt:lpstr>
      <vt:lpstr>Pronósticos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Rubí Esmeralda Ramírez Milián</dc:creator>
  <cp:lastModifiedBy>JGOR</cp:lastModifiedBy>
  <cp:revision>18</cp:revision>
  <dcterms:created xsi:type="dcterms:W3CDTF">2026-05-06T22:18:38Z</dcterms:created>
  <dcterms:modified xsi:type="dcterms:W3CDTF">2026-05-21T14:39:45Z</dcterms:modified>
</cp:coreProperties>
</file>